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2.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7" r:id="rId8"/>
  </p:sldIdLst>
  <p:sldSz cy="10058400" cx="7772400"/>
  <p:notesSz cx="6858000" cy="9144000"/>
  <p:embeddedFontLst>
    <p:embeddedFont>
      <p:font typeface="Google Sans SemiBold"/>
      <p:regular r:id="rId14"/>
      <p:bold r:id="rId15"/>
      <p:italic r:id="rId16"/>
      <p:boldItalic r:id="rId17"/>
    </p:embeddedFont>
    <p:embeddedFont>
      <p:font typeface="Roboto"/>
      <p:regular r:id="rId18"/>
      <p:bold r:id="rId19"/>
      <p:italic r:id="rId20"/>
      <p:boldItalic r:id="rId21"/>
    </p:embeddedFont>
    <p:embeddedFont>
      <p:font typeface="PT Sans Narrow"/>
      <p:regular r:id="rId22"/>
      <p:bold r:id="rId23"/>
    </p:embeddedFont>
    <p:embeddedFont>
      <p:font typeface="Lato"/>
      <p:regular r:id="rId24"/>
      <p:bold r:id="rId25"/>
      <p:italic r:id="rId26"/>
      <p:boldItalic r:id="rId27"/>
    </p:embeddedFont>
    <p:embeddedFont>
      <p:font typeface="Google Sans"/>
      <p:regular r:id="rId28"/>
      <p:bold r:id="rId29"/>
      <p:italic r:id="rId30"/>
      <p:boldItalic r:id="rId31"/>
    </p:embeddedFont>
    <p:embeddedFont>
      <p:font typeface="Work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8" Type="http://schemas.openxmlformats.org/officeDocument/2006/relationships/slide" Target="slides/slide2.xml"/><Relationship Id="rId14" Type="http://schemas.openxmlformats.org/officeDocument/2006/relationships/font" Target="fonts/GoogleSansSemiBold-regular.fntdata"/><Relationship Id="rId15" Type="http://schemas.openxmlformats.org/officeDocument/2006/relationships/font" Target="fonts/GoogleSansSemiBold-bold.fntdata"/><Relationship Id="rId16" Type="http://schemas.openxmlformats.org/officeDocument/2006/relationships/font" Target="fonts/GoogleSansSemiBold-italic.fntdata"/><Relationship Id="rId17" Type="http://schemas.openxmlformats.org/officeDocument/2006/relationships/font" Target="fonts/GoogleSansSemiBold-boldItalic.fntdata"/><Relationship Id="rId18" Type="http://schemas.openxmlformats.org/officeDocument/2006/relationships/font" Target="fonts/Roboto-regular.fntdata"/><Relationship Id="rId19" Type="http://schemas.openxmlformats.org/officeDocument/2006/relationships/font" Target="fonts/Roboto-bold.fntdata"/><Relationship Id="rId20" Type="http://schemas.openxmlformats.org/officeDocument/2006/relationships/font" Target="fonts/Roboto-italic.fntdata"/><Relationship Id="rId21" Type="http://schemas.openxmlformats.org/officeDocument/2006/relationships/font" Target="fonts/Roboto-boldItalic.fntdata"/><Relationship Id="rId22" Type="http://schemas.openxmlformats.org/officeDocument/2006/relationships/font" Target="fonts/PTSansNarrow-regular.fntdata"/><Relationship Id="rId23" Type="http://schemas.openxmlformats.org/officeDocument/2006/relationships/font" Target="fonts/PTSansNarrow-bold.fntdata"/><Relationship Id="rId24" Type="http://schemas.openxmlformats.org/officeDocument/2006/relationships/font" Target="fonts/Lato-regular.fntdata"/><Relationship Id="rId25" Type="http://schemas.openxmlformats.org/officeDocument/2006/relationships/font" Target="fonts/Lato-bold.fntdata"/><Relationship Id="rId26" Type="http://schemas.openxmlformats.org/officeDocument/2006/relationships/font" Target="fonts/Lato-italic.fntdata"/><Relationship Id="rId27" Type="http://schemas.openxmlformats.org/officeDocument/2006/relationships/font" Target="fonts/Lato-boldItalic.fntdata"/><Relationship Id="rId28" Type="http://schemas.openxmlformats.org/officeDocument/2006/relationships/font" Target="fonts/GoogleSans-regular.fntdata"/><Relationship Id="rId29" Type="http://schemas.openxmlformats.org/officeDocument/2006/relationships/font" Target="fonts/GoogleSans-bold.fntdata"/><Relationship Id="rId30" Type="http://schemas.openxmlformats.org/officeDocument/2006/relationships/font" Target="fonts/GoogleSans-italic.fntdata"/><Relationship Id="rId31" Type="http://schemas.openxmlformats.org/officeDocument/2006/relationships/font" Target="fonts/GoogleSans-boldItalic.fntdata"/><Relationship Id="rId32" Type="http://schemas.openxmlformats.org/officeDocument/2006/relationships/font" Target="fonts/WorkSans-regular.fntdata"/><Relationship Id="rId33" Type="http://schemas.openxmlformats.org/officeDocument/2006/relationships/font" Target="fonts/WorkSans-bold.fntdata"/><Relationship Id="rId34" Type="http://schemas.openxmlformats.org/officeDocument/2006/relationships/font" Target="fonts/WorkSans-italic.fntdata"/><Relationship Id="rId35" Type="http://schemas.openxmlformats.org/officeDocument/2006/relationships/font" Target="fonts/Work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e3a6309cc6_3_31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e3a6309cc6_3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41" name="Google Shape;41;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48" name="Google Shape;48;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
        <p:nvSpPr>
          <p:cNvPr id="64" name="Google Shape;64;p2"/>
          <p:cNvSpPr txBox="1"/>
          <p:nvPr/>
        </p:nvSpPr>
        <p:spPr>
          <a:xfrm>
            <a:off x="4541175" y="5895125"/>
            <a:ext cx="30744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65"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67" name="Google Shape;67;p3"/>
          <p:cNvCxnSpPr>
            <a:stCxn id="68" idx="0"/>
          </p:cNvCxnSpPr>
          <p:nvPr/>
        </p:nvCxnSpPr>
        <p:spPr>
          <a:xfrm flipH="1">
            <a:off x="172045" y="903711"/>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79" name="Google Shape;79;p3"/>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80" name="Google Shape;80;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 name="Google Shape;82;p3"/>
          <p:cNvCxnSpPr/>
          <p:nvPr/>
        </p:nvCxnSpPr>
        <p:spPr>
          <a:xfrm flipH="1">
            <a:off x="3028995" y="901911"/>
            <a:ext cx="20400" cy="8834400"/>
          </a:xfrm>
          <a:prstGeom prst="straightConnector1">
            <a:avLst/>
          </a:prstGeom>
          <a:noFill/>
          <a:ln cap="flat" cmpd="sng" w="9525">
            <a:solidFill>
              <a:srgbClr val="CCCCCC"/>
            </a:solidFill>
            <a:prstDash val="solid"/>
            <a:round/>
            <a:headEnd len="med" w="med" type="none"/>
            <a:tailEnd len="med" w="med" type="none"/>
          </a:ln>
        </p:spPr>
      </p:cxnSp>
      <p:cxnSp>
        <p:nvCxnSpPr>
          <p:cNvPr id="83" name="Google Shape;83;p3"/>
          <p:cNvCxnSpPr>
            <a:stCxn id="84" idx="0"/>
          </p:cNvCxnSpPr>
          <p:nvPr/>
        </p:nvCxnSpPr>
        <p:spPr>
          <a:xfrm flipH="1">
            <a:off x="172020" y="9036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07100" y="2017025"/>
              <a:ext cx="135900" cy="146700"/>
            </a:xfrm>
            <a:prstGeom prst="chevron">
              <a:avLst>
                <a:gd fmla="val 50000" name="adj"/>
              </a:avLst>
            </a:prstGeom>
            <a:solidFill>
              <a:srgbClr val="0000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3"/>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07100" y="1559825"/>
              <a:ext cx="135900" cy="146700"/>
            </a:xfrm>
            <a:prstGeom prst="chevron">
              <a:avLst>
                <a:gd fmla="val 50000" name="adj"/>
              </a:avLst>
            </a:prstGeom>
            <a:solidFill>
              <a:srgbClr val="FF00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3"/>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fmla="val 50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507100" y="2017025"/>
              <a:ext cx="135900" cy="146700"/>
            </a:xfrm>
            <a:prstGeom prst="chevron">
              <a:avLst>
                <a:gd fmla="val 50000" name="adj"/>
              </a:avLst>
            </a:prstGeom>
            <a:solidFill>
              <a:srgbClr val="FFFF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3"/>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fmla="val 50000"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507100" y="2017025"/>
              <a:ext cx="135900" cy="146700"/>
            </a:xfrm>
            <a:prstGeom prst="chevron">
              <a:avLst>
                <a:gd fmla="val 50000" name="adj"/>
              </a:avLst>
            </a:prstGeom>
            <a:solidFill>
              <a:srgbClr val="38761D"/>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 name="Google Shape;112;p3"/>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
        <p:nvSpPr>
          <p:cNvPr id="113" name="Google Shape;113;p3"/>
          <p:cNvSpPr txBox="1"/>
          <p:nvPr/>
        </p:nvSpPr>
        <p:spPr>
          <a:xfrm>
            <a:off x="159875" y="60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17"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121" name="Google Shape;121;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122" name="Google Shape;122;p4"/>
          <p:cNvCxnSpPr/>
          <p:nvPr/>
        </p:nvCxnSpPr>
        <p:spPr>
          <a:xfrm>
            <a:off x="7326238" y="6225"/>
            <a:ext cx="28200" cy="8777100"/>
          </a:xfrm>
          <a:prstGeom prst="straightConnector1">
            <a:avLst/>
          </a:prstGeom>
          <a:noFill/>
          <a:ln cap="flat" cmpd="sng" w="9525">
            <a:solidFill>
              <a:srgbClr val="B7B7B7"/>
            </a:solidFill>
            <a:prstDash val="solid"/>
            <a:round/>
            <a:headEnd len="med" w="med" type="none"/>
            <a:tailEnd len="med" w="med" type="none"/>
          </a:ln>
        </p:spPr>
      </p:cxnSp>
      <p:cxnSp>
        <p:nvCxnSpPr>
          <p:cNvPr id="123" name="Google Shape;123;p4"/>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124" name="Google Shape;124;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 name="Google Shape;145;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
        <p:nvSpPr>
          <p:cNvPr id="157" name="Google Shape;157;p4"/>
          <p:cNvSpPr txBox="1"/>
          <p:nvPr/>
        </p:nvSpPr>
        <p:spPr>
          <a:xfrm>
            <a:off x="4007763" y="86954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58"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
        <p:nvSpPr>
          <p:cNvPr id="184" name="Google Shape;184;p5"/>
          <p:cNvSpPr txBox="1"/>
          <p:nvPr/>
        </p:nvSpPr>
        <p:spPr>
          <a:xfrm>
            <a:off x="4326325" y="74569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85"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90"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96" name="Shape 196"/>
        <p:cNvGrpSpPr/>
        <p:nvPr/>
      </p:nvGrpSpPr>
      <p:grpSpPr>
        <a:xfrm>
          <a:off x="0" y="0"/>
          <a:ext cx="0" cy="0"/>
          <a:chOff x="0" y="0"/>
          <a:chExt cx="0" cy="0"/>
        </a:xfrm>
      </p:grpSpPr>
      <p:grpSp>
        <p:nvGrpSpPr>
          <p:cNvPr id="197" name="Google Shape;197;p9"/>
          <p:cNvGrpSpPr/>
          <p:nvPr/>
        </p:nvGrpSpPr>
        <p:grpSpPr>
          <a:xfrm>
            <a:off x="172055" y="1468890"/>
            <a:ext cx="7434543" cy="62982"/>
            <a:chOff x="1890075" y="5241175"/>
            <a:chExt cx="4240556" cy="257700"/>
          </a:xfrm>
        </p:grpSpPr>
        <p:sp>
          <p:nvSpPr>
            <p:cNvPr id="198" name="Google Shape;198;p9"/>
            <p:cNvSpPr/>
            <p:nvPr/>
          </p:nvSpPr>
          <p:spPr>
            <a:xfrm>
              <a:off x="1890075" y="5241175"/>
              <a:ext cx="1060200" cy="2577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9" name="Google Shape;199;p9"/>
            <p:cNvSpPr/>
            <p:nvPr/>
          </p:nvSpPr>
          <p:spPr>
            <a:xfrm>
              <a:off x="2950194" y="5241175"/>
              <a:ext cx="1060200" cy="2577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0" name="Google Shape;200;p9"/>
            <p:cNvSpPr/>
            <p:nvPr/>
          </p:nvSpPr>
          <p:spPr>
            <a:xfrm>
              <a:off x="4010313" y="5241175"/>
              <a:ext cx="1060200" cy="2577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1" name="Google Shape;201;p9"/>
            <p:cNvSpPr/>
            <p:nvPr/>
          </p:nvSpPr>
          <p:spPr>
            <a:xfrm>
              <a:off x="5070431" y="5241175"/>
              <a:ext cx="1060200" cy="2577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02" name="Google Shape;202;p9"/>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203" name="Google Shape;203;p9"/>
          <p:cNvGrpSpPr/>
          <p:nvPr/>
        </p:nvGrpSpPr>
        <p:grpSpPr>
          <a:xfrm>
            <a:off x="168930" y="2702615"/>
            <a:ext cx="7434543" cy="62982"/>
            <a:chOff x="1890075" y="5241175"/>
            <a:chExt cx="4240556" cy="257700"/>
          </a:xfrm>
        </p:grpSpPr>
        <p:sp>
          <p:nvSpPr>
            <p:cNvPr id="204" name="Google Shape;204;p9"/>
            <p:cNvSpPr/>
            <p:nvPr/>
          </p:nvSpPr>
          <p:spPr>
            <a:xfrm>
              <a:off x="1890075" y="5241175"/>
              <a:ext cx="1060200" cy="2577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5" name="Google Shape;205;p9"/>
            <p:cNvSpPr/>
            <p:nvPr/>
          </p:nvSpPr>
          <p:spPr>
            <a:xfrm>
              <a:off x="2950194" y="5241175"/>
              <a:ext cx="1060200" cy="2577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6" name="Google Shape;206;p9"/>
            <p:cNvSpPr/>
            <p:nvPr/>
          </p:nvSpPr>
          <p:spPr>
            <a:xfrm>
              <a:off x="4010313" y="5241175"/>
              <a:ext cx="1060200" cy="2577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7" name="Google Shape;207;p9"/>
            <p:cNvSpPr/>
            <p:nvPr/>
          </p:nvSpPr>
          <p:spPr>
            <a:xfrm>
              <a:off x="5070431" y="5241175"/>
              <a:ext cx="1060200" cy="2577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08" name="Google Shape;208;p9"/>
          <p:cNvCxnSpPr>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09" name="Google Shape;209;p9"/>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10" name="Google Shape;210;p9"/>
          <p:cNvGrpSpPr/>
          <p:nvPr/>
        </p:nvGrpSpPr>
        <p:grpSpPr>
          <a:xfrm>
            <a:off x="0" y="3413775"/>
            <a:ext cx="3530025" cy="746350"/>
            <a:chOff x="0" y="3156075"/>
            <a:chExt cx="3530025" cy="746350"/>
          </a:xfrm>
        </p:grpSpPr>
        <p:sp>
          <p:nvSpPr>
            <p:cNvPr id="211" name="Google Shape;211;p9"/>
            <p:cNvSpPr/>
            <p:nvPr/>
          </p:nvSpPr>
          <p:spPr>
            <a:xfrm>
              <a:off x="3248925" y="3318925"/>
              <a:ext cx="281100" cy="5835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2" name="Google Shape;212;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13" name="Google Shape;213;p9"/>
          <p:cNvGrpSpPr/>
          <p:nvPr/>
        </p:nvGrpSpPr>
        <p:grpSpPr>
          <a:xfrm>
            <a:off x="3248850" y="2867100"/>
            <a:ext cx="4936034" cy="746350"/>
            <a:chOff x="0" y="3156075"/>
            <a:chExt cx="3530025" cy="746350"/>
          </a:xfrm>
        </p:grpSpPr>
        <p:sp>
          <p:nvSpPr>
            <p:cNvPr id="214" name="Google Shape;214;p9"/>
            <p:cNvSpPr/>
            <p:nvPr/>
          </p:nvSpPr>
          <p:spPr>
            <a:xfrm>
              <a:off x="3248925" y="3318925"/>
              <a:ext cx="281100" cy="5835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5" name="Google Shape;215;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16" name="Google Shape;216;p9"/>
          <p:cNvGrpSpPr/>
          <p:nvPr/>
        </p:nvGrpSpPr>
        <p:grpSpPr>
          <a:xfrm>
            <a:off x="3248850" y="7166275"/>
            <a:ext cx="4936034" cy="746350"/>
            <a:chOff x="0" y="3156075"/>
            <a:chExt cx="3530025" cy="746350"/>
          </a:xfrm>
        </p:grpSpPr>
        <p:sp>
          <p:nvSpPr>
            <p:cNvPr id="217" name="Google Shape;217;p9"/>
            <p:cNvSpPr/>
            <p:nvPr/>
          </p:nvSpPr>
          <p:spPr>
            <a:xfrm>
              <a:off x="3248925" y="3318925"/>
              <a:ext cx="281100" cy="5835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8" name="Google Shape;218;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19" name="Google Shape;219;p9"/>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20" name="Google Shape;220;p9"/>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21" name="Google Shape;221;p9"/>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22" name="Google Shape;222;p9"/>
          <p:cNvGrpSpPr/>
          <p:nvPr/>
        </p:nvGrpSpPr>
        <p:grpSpPr>
          <a:xfrm>
            <a:off x="172055" y="1468890"/>
            <a:ext cx="7434543" cy="62982"/>
            <a:chOff x="1890075" y="5241175"/>
            <a:chExt cx="4240556" cy="257700"/>
          </a:xfrm>
        </p:grpSpPr>
        <p:sp>
          <p:nvSpPr>
            <p:cNvPr id="223" name="Google Shape;223;p9"/>
            <p:cNvSpPr/>
            <p:nvPr/>
          </p:nvSpPr>
          <p:spPr>
            <a:xfrm>
              <a:off x="1890075" y="5241175"/>
              <a:ext cx="1060200" cy="2577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4" name="Google Shape;224;p9"/>
            <p:cNvSpPr/>
            <p:nvPr/>
          </p:nvSpPr>
          <p:spPr>
            <a:xfrm>
              <a:off x="2950194" y="5241175"/>
              <a:ext cx="1060200" cy="2577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5" name="Google Shape;225;p9"/>
            <p:cNvSpPr/>
            <p:nvPr/>
          </p:nvSpPr>
          <p:spPr>
            <a:xfrm>
              <a:off x="4010313" y="5241175"/>
              <a:ext cx="1060200" cy="2577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6" name="Google Shape;226;p9"/>
            <p:cNvSpPr/>
            <p:nvPr/>
          </p:nvSpPr>
          <p:spPr>
            <a:xfrm>
              <a:off x="5070431" y="5241175"/>
              <a:ext cx="1060200" cy="2577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27" name="Google Shape;227;p9"/>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228" name="Google Shape;228;p9"/>
          <p:cNvGrpSpPr/>
          <p:nvPr/>
        </p:nvGrpSpPr>
        <p:grpSpPr>
          <a:xfrm>
            <a:off x="168930" y="2702615"/>
            <a:ext cx="7434543" cy="62982"/>
            <a:chOff x="1890075" y="5241175"/>
            <a:chExt cx="4240556" cy="257700"/>
          </a:xfrm>
        </p:grpSpPr>
        <p:sp>
          <p:nvSpPr>
            <p:cNvPr id="229" name="Google Shape;229;p9"/>
            <p:cNvSpPr/>
            <p:nvPr/>
          </p:nvSpPr>
          <p:spPr>
            <a:xfrm>
              <a:off x="1890075" y="5241175"/>
              <a:ext cx="1060200" cy="2577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0" name="Google Shape;230;p9"/>
            <p:cNvSpPr/>
            <p:nvPr/>
          </p:nvSpPr>
          <p:spPr>
            <a:xfrm>
              <a:off x="2950194" y="5241175"/>
              <a:ext cx="1060200" cy="2577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1" name="Google Shape;231;p9"/>
            <p:cNvSpPr/>
            <p:nvPr/>
          </p:nvSpPr>
          <p:spPr>
            <a:xfrm>
              <a:off x="4010313" y="5241175"/>
              <a:ext cx="1060200" cy="2577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2" name="Google Shape;232;p9"/>
            <p:cNvSpPr/>
            <p:nvPr/>
          </p:nvSpPr>
          <p:spPr>
            <a:xfrm>
              <a:off x="5070431" y="5241175"/>
              <a:ext cx="1060200" cy="2577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233" name="Google Shape;233;p9"/>
          <p:cNvCxnSpPr>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4" name="Google Shape;234;p9"/>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35" name="Google Shape;235;p9"/>
          <p:cNvGrpSpPr/>
          <p:nvPr/>
        </p:nvGrpSpPr>
        <p:grpSpPr>
          <a:xfrm>
            <a:off x="0" y="3413775"/>
            <a:ext cx="3530025" cy="746350"/>
            <a:chOff x="0" y="3156075"/>
            <a:chExt cx="3530025" cy="746350"/>
          </a:xfrm>
        </p:grpSpPr>
        <p:sp>
          <p:nvSpPr>
            <p:cNvPr id="236" name="Google Shape;236;p9"/>
            <p:cNvSpPr/>
            <p:nvPr/>
          </p:nvSpPr>
          <p:spPr>
            <a:xfrm>
              <a:off x="3248925" y="3318925"/>
              <a:ext cx="281100" cy="5835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7" name="Google Shape;237;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38" name="Google Shape;238;p9"/>
          <p:cNvGrpSpPr/>
          <p:nvPr/>
        </p:nvGrpSpPr>
        <p:grpSpPr>
          <a:xfrm>
            <a:off x="3248850" y="2867100"/>
            <a:ext cx="4936034" cy="746350"/>
            <a:chOff x="0" y="3156075"/>
            <a:chExt cx="3530025" cy="746350"/>
          </a:xfrm>
        </p:grpSpPr>
        <p:sp>
          <p:nvSpPr>
            <p:cNvPr id="239" name="Google Shape;239;p9"/>
            <p:cNvSpPr/>
            <p:nvPr/>
          </p:nvSpPr>
          <p:spPr>
            <a:xfrm>
              <a:off x="3248925" y="3318925"/>
              <a:ext cx="281100" cy="5835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40" name="Google Shape;240;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41" name="Google Shape;241;p9"/>
          <p:cNvGrpSpPr/>
          <p:nvPr/>
        </p:nvGrpSpPr>
        <p:grpSpPr>
          <a:xfrm>
            <a:off x="3248850" y="7166275"/>
            <a:ext cx="4936034" cy="746350"/>
            <a:chOff x="0" y="3156075"/>
            <a:chExt cx="3530025" cy="746350"/>
          </a:xfrm>
        </p:grpSpPr>
        <p:sp>
          <p:nvSpPr>
            <p:cNvPr id="242" name="Google Shape;242;p9"/>
            <p:cNvSpPr/>
            <p:nvPr/>
          </p:nvSpPr>
          <p:spPr>
            <a:xfrm>
              <a:off x="3248925" y="3318925"/>
              <a:ext cx="281100" cy="5835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43" name="Google Shape;243;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44" name="Google Shape;244;p9"/>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5" name="Google Shape;245;p9"/>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6" name="Google Shape;246;p9"/>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7" name="Google Shape;247;p9"/>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248" name="Shape 248"/>
        <p:cNvGrpSpPr/>
        <p:nvPr/>
      </p:nvGrpSpPr>
      <p:grpSpPr>
        <a:xfrm>
          <a:off x="0" y="0"/>
          <a:ext cx="0" cy="0"/>
          <a:chOff x="0" y="0"/>
          <a:chExt cx="0" cy="0"/>
        </a:xfrm>
      </p:grpSpPr>
      <p:cxnSp>
        <p:nvCxnSpPr>
          <p:cNvPr id="249" name="Google Shape;249;p10"/>
          <p:cNvCxnSpPr>
            <a:stCxn id="250" idx="1"/>
          </p:cNvCxnSpPr>
          <p:nvPr/>
        </p:nvCxnSpPr>
        <p:spPr>
          <a:xfrm>
            <a:off x="3033472" y="937660"/>
            <a:ext cx="15900" cy="6568200"/>
          </a:xfrm>
          <a:prstGeom prst="straightConnector1">
            <a:avLst/>
          </a:prstGeom>
          <a:noFill/>
          <a:ln cap="flat" cmpd="sng" w="9525">
            <a:solidFill>
              <a:srgbClr val="CCCCCC"/>
            </a:solidFill>
            <a:prstDash val="solid"/>
            <a:round/>
            <a:headEnd len="med" w="med" type="none"/>
            <a:tailEnd len="med" w="med" type="none"/>
          </a:ln>
        </p:spPr>
      </p:cxnSp>
      <p:grpSp>
        <p:nvGrpSpPr>
          <p:cNvPr id="251" name="Google Shape;251;p10"/>
          <p:cNvGrpSpPr/>
          <p:nvPr/>
        </p:nvGrpSpPr>
        <p:grpSpPr>
          <a:xfrm>
            <a:off x="190320" y="900657"/>
            <a:ext cx="7581691" cy="5901"/>
            <a:chOff x="1890075" y="5241175"/>
            <a:chExt cx="4240556" cy="257700"/>
          </a:xfrm>
        </p:grpSpPr>
        <p:sp>
          <p:nvSpPr>
            <p:cNvPr id="252" name="Google Shape;252;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3" name="Google Shape;253;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4" name="Google Shape;254;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5" name="Google Shape;255;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56" name="Google Shape;256;p10"/>
          <p:cNvGrpSpPr/>
          <p:nvPr/>
        </p:nvGrpSpPr>
        <p:grpSpPr>
          <a:xfrm>
            <a:off x="190320" y="931759"/>
            <a:ext cx="7581691" cy="5901"/>
            <a:chOff x="1890075" y="5241175"/>
            <a:chExt cx="4240556" cy="257700"/>
          </a:xfrm>
        </p:grpSpPr>
        <p:sp>
          <p:nvSpPr>
            <p:cNvPr id="257" name="Google Shape;257;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8" name="Google Shape;258;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9" name="Google Shape;259;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0" name="Google Shape;260;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61" name="Google Shape;261;p10"/>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262" name="Google Shape;262;p10"/>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263" name="Google Shape;263;p10"/>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264" name="Google Shape;264;p10"/>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10"/>
          <p:cNvGrpSpPr/>
          <p:nvPr/>
        </p:nvGrpSpPr>
        <p:grpSpPr>
          <a:xfrm>
            <a:off x="190320" y="900657"/>
            <a:ext cx="7581691" cy="5901"/>
            <a:chOff x="1890075" y="5241175"/>
            <a:chExt cx="4240556" cy="257700"/>
          </a:xfrm>
        </p:grpSpPr>
        <p:sp>
          <p:nvSpPr>
            <p:cNvPr id="266" name="Google Shape;266;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7" name="Google Shape;267;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8" name="Google Shape;268;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9" name="Google Shape;269;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70" name="Google Shape;270;p10"/>
          <p:cNvGrpSpPr/>
          <p:nvPr/>
        </p:nvGrpSpPr>
        <p:grpSpPr>
          <a:xfrm>
            <a:off x="190320" y="931759"/>
            <a:ext cx="7581691" cy="5901"/>
            <a:chOff x="1890075" y="5241175"/>
            <a:chExt cx="4240556" cy="257700"/>
          </a:xfrm>
        </p:grpSpPr>
        <p:sp>
          <p:nvSpPr>
            <p:cNvPr id="271" name="Google Shape;271;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50" name="Google Shape;250;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72" name="Google Shape;272;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73" name="Google Shape;273;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74" name="Google Shape;274;p10"/>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275" name="Google Shape;275;p10"/>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76" name="Google Shape;276;p10"/>
          <p:cNvGrpSpPr/>
          <p:nvPr/>
        </p:nvGrpSpPr>
        <p:grpSpPr>
          <a:xfrm>
            <a:off x="172024" y="1040825"/>
            <a:ext cx="137818" cy="187200"/>
            <a:chOff x="507100" y="1997600"/>
            <a:chExt cx="158375" cy="187200"/>
          </a:xfrm>
        </p:grpSpPr>
        <p:sp>
          <p:nvSpPr>
            <p:cNvPr id="277" name="Google Shape;277;p10"/>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10"/>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80" name="Google Shape;280;p10"/>
          <p:cNvGrpSpPr/>
          <p:nvPr/>
        </p:nvGrpSpPr>
        <p:grpSpPr>
          <a:xfrm>
            <a:off x="190349" y="2907725"/>
            <a:ext cx="137818" cy="187200"/>
            <a:chOff x="507100" y="1540400"/>
            <a:chExt cx="158375" cy="187200"/>
          </a:xfrm>
        </p:grpSpPr>
        <p:sp>
          <p:nvSpPr>
            <p:cNvPr id="281" name="Google Shape;281;p10"/>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10"/>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84" name="Google Shape;284;p10"/>
          <p:cNvGrpSpPr/>
          <p:nvPr/>
        </p:nvGrpSpPr>
        <p:grpSpPr>
          <a:xfrm>
            <a:off x="172024" y="5506200"/>
            <a:ext cx="137818" cy="187200"/>
            <a:chOff x="507100" y="1997600"/>
            <a:chExt cx="158375" cy="187200"/>
          </a:xfrm>
        </p:grpSpPr>
        <p:sp>
          <p:nvSpPr>
            <p:cNvPr id="285" name="Google Shape;285;p10"/>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 name="Google Shape;287;p10"/>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288" name="Google Shape;288;p10"/>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89" name="Google Shape;289;p10"/>
          <p:cNvGrpSpPr/>
          <p:nvPr/>
        </p:nvGrpSpPr>
        <p:grpSpPr>
          <a:xfrm>
            <a:off x="172024" y="7607808"/>
            <a:ext cx="137818" cy="187200"/>
            <a:chOff x="507100" y="1997600"/>
            <a:chExt cx="158375" cy="187200"/>
          </a:xfrm>
        </p:grpSpPr>
        <p:sp>
          <p:nvSpPr>
            <p:cNvPr id="290" name="Google Shape;290;p10"/>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10"/>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293" name="Shape 293"/>
        <p:cNvGrpSpPr/>
        <p:nvPr/>
      </p:nvGrpSpPr>
      <p:grpSpPr>
        <a:xfrm>
          <a:off x="0" y="0"/>
          <a:ext cx="0" cy="0"/>
          <a:chOff x="0" y="0"/>
          <a:chExt cx="0" cy="0"/>
        </a:xfrm>
      </p:grpSpPr>
      <p:cxnSp>
        <p:nvCxnSpPr>
          <p:cNvPr id="294" name="Google Shape;294;p11"/>
          <p:cNvCxnSpPr/>
          <p:nvPr/>
        </p:nvCxnSpPr>
        <p:spPr>
          <a:xfrm>
            <a:off x="400175" y="1369975"/>
            <a:ext cx="0" cy="8693100"/>
          </a:xfrm>
          <a:prstGeom prst="straightConnector1">
            <a:avLst/>
          </a:prstGeom>
          <a:noFill/>
          <a:ln cap="flat" cmpd="sng" w="9525">
            <a:solidFill>
              <a:srgbClr val="B7B7B7"/>
            </a:solidFill>
            <a:prstDash val="solid"/>
            <a:round/>
            <a:headEnd len="med" w="med" type="none"/>
            <a:tailEnd len="med" w="med" type="none"/>
          </a:ln>
        </p:spPr>
      </p:cxnSp>
      <p:grpSp>
        <p:nvGrpSpPr>
          <p:cNvPr id="295" name="Google Shape;295;p11"/>
          <p:cNvGrpSpPr/>
          <p:nvPr/>
        </p:nvGrpSpPr>
        <p:grpSpPr>
          <a:xfrm>
            <a:off x="404725" y="1300475"/>
            <a:ext cx="6908400" cy="72025"/>
            <a:chOff x="404725" y="1681475"/>
            <a:chExt cx="6908400" cy="72025"/>
          </a:xfrm>
        </p:grpSpPr>
        <p:cxnSp>
          <p:nvCxnSpPr>
            <p:cNvPr id="296" name="Google Shape;296;p11"/>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297" name="Google Shape;297;p11"/>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298" name="Google Shape;298;p11"/>
          <p:cNvCxnSpPr/>
          <p:nvPr/>
        </p:nvCxnSpPr>
        <p:spPr>
          <a:xfrm>
            <a:off x="7324850" y="1360450"/>
            <a:ext cx="0" cy="8731200"/>
          </a:xfrm>
          <a:prstGeom prst="straightConnector1">
            <a:avLst/>
          </a:prstGeom>
          <a:noFill/>
          <a:ln cap="flat" cmpd="sng" w="9525">
            <a:solidFill>
              <a:srgbClr val="B7B7B7"/>
            </a:solidFill>
            <a:prstDash val="solid"/>
            <a:round/>
            <a:headEnd len="med" w="med" type="none"/>
            <a:tailEnd len="med" w="med" type="none"/>
          </a:ln>
        </p:spPr>
      </p:cxnSp>
      <p:cxnSp>
        <p:nvCxnSpPr>
          <p:cNvPr id="299" name="Google Shape;299;p11"/>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300" name="Google Shape;300;p11"/>
          <p:cNvCxnSpPr/>
          <p:nvPr/>
        </p:nvCxnSpPr>
        <p:spPr>
          <a:xfrm>
            <a:off x="3861475" y="3505200"/>
            <a:ext cx="0" cy="6576900"/>
          </a:xfrm>
          <a:prstGeom prst="straightConnector1">
            <a:avLst/>
          </a:prstGeom>
          <a:noFill/>
          <a:ln cap="flat" cmpd="sng" w="9525">
            <a:solidFill>
              <a:srgbClr val="B7B7B7"/>
            </a:solidFill>
            <a:prstDash val="solid"/>
            <a:round/>
            <a:headEnd len="med" w="med" type="none"/>
            <a:tailEnd len="med" w="med" type="none"/>
          </a:ln>
        </p:spPr>
      </p:cxnSp>
      <p:grpSp>
        <p:nvGrpSpPr>
          <p:cNvPr id="301" name="Google Shape;301;p11"/>
          <p:cNvGrpSpPr/>
          <p:nvPr/>
        </p:nvGrpSpPr>
        <p:grpSpPr>
          <a:xfrm>
            <a:off x="417975" y="1504250"/>
            <a:ext cx="2357775" cy="410125"/>
            <a:chOff x="417975" y="1885250"/>
            <a:chExt cx="2357775" cy="410125"/>
          </a:xfrm>
        </p:grpSpPr>
        <p:sp>
          <p:nvSpPr>
            <p:cNvPr id="302" name="Google Shape;302;p11"/>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11"/>
          <p:cNvGrpSpPr/>
          <p:nvPr/>
        </p:nvGrpSpPr>
        <p:grpSpPr>
          <a:xfrm>
            <a:off x="417975" y="3276600"/>
            <a:ext cx="2357775" cy="410125"/>
            <a:chOff x="265575" y="3352800"/>
            <a:chExt cx="2357775" cy="410125"/>
          </a:xfrm>
        </p:grpSpPr>
        <p:sp>
          <p:nvSpPr>
            <p:cNvPr id="307" name="Google Shape;307;p11"/>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11"/>
          <p:cNvGrpSpPr/>
          <p:nvPr/>
        </p:nvGrpSpPr>
        <p:grpSpPr>
          <a:xfrm>
            <a:off x="3872044" y="3276600"/>
            <a:ext cx="2747987" cy="410125"/>
            <a:chOff x="3567313" y="3200400"/>
            <a:chExt cx="2357775" cy="410125"/>
          </a:xfrm>
        </p:grpSpPr>
        <p:sp>
          <p:nvSpPr>
            <p:cNvPr id="312" name="Google Shape;312;p11"/>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11"/>
          <p:cNvGrpSpPr/>
          <p:nvPr/>
        </p:nvGrpSpPr>
        <p:grpSpPr>
          <a:xfrm>
            <a:off x="417963" y="6597750"/>
            <a:ext cx="2357775" cy="410125"/>
            <a:chOff x="-39237" y="6140550"/>
            <a:chExt cx="2357775" cy="410125"/>
          </a:xfrm>
        </p:grpSpPr>
        <p:sp>
          <p:nvSpPr>
            <p:cNvPr id="317" name="Google Shape;317;p11"/>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11"/>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322" name="Google Shape;322;p11"/>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323" name="Google Shape;323;p11"/>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324" name="Google Shape;324;p11"/>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325" name="Google Shape;325;p11"/>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326" name="Google Shape;326;p11"/>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
        <p:nvSpPr>
          <p:cNvPr id="327" name="Google Shape;327;p11"/>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328" name="Shape 328"/>
        <p:cNvGrpSpPr/>
        <p:nvPr/>
      </p:nvGrpSpPr>
      <p:grpSpPr>
        <a:xfrm>
          <a:off x="0" y="0"/>
          <a:ext cx="0" cy="0"/>
          <a:chOff x="0" y="0"/>
          <a:chExt cx="0" cy="0"/>
        </a:xfrm>
      </p:grpSpPr>
      <p:sp>
        <p:nvSpPr>
          <p:cNvPr id="329" name="Google Shape;329;p12"/>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330" name="Google Shape;330;p12"/>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331" name="Google Shape;331;p12"/>
          <p:cNvGrpSpPr/>
          <p:nvPr/>
        </p:nvGrpSpPr>
        <p:grpSpPr>
          <a:xfrm>
            <a:off x="95351" y="1392509"/>
            <a:ext cx="7581691" cy="5901"/>
            <a:chOff x="1890075" y="5241175"/>
            <a:chExt cx="4240556" cy="257700"/>
          </a:xfrm>
        </p:grpSpPr>
        <p:sp>
          <p:nvSpPr>
            <p:cNvPr id="332" name="Google Shape;332;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3" name="Google Shape;333;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4" name="Google Shape;334;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5" name="Google Shape;335;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336" name="Google Shape;336;p12"/>
          <p:cNvGrpSpPr/>
          <p:nvPr/>
        </p:nvGrpSpPr>
        <p:grpSpPr>
          <a:xfrm>
            <a:off x="95351" y="4542984"/>
            <a:ext cx="7581691" cy="5901"/>
            <a:chOff x="1890075" y="5241175"/>
            <a:chExt cx="4240556" cy="257700"/>
          </a:xfrm>
        </p:grpSpPr>
        <p:sp>
          <p:nvSpPr>
            <p:cNvPr id="337" name="Google Shape;337;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8" name="Google Shape;338;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9" name="Google Shape;339;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0" name="Google Shape;340;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41" name="Google Shape;341;p12"/>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342" name="Google Shape;342;p12"/>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343" name="Google Shape;343;p12"/>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344" name="Google Shape;344;p12"/>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5" name="Google Shape;345;p12"/>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46" name="Google Shape;346;p12"/>
          <p:cNvGrpSpPr/>
          <p:nvPr/>
        </p:nvGrpSpPr>
        <p:grpSpPr>
          <a:xfrm>
            <a:off x="95351" y="8200359"/>
            <a:ext cx="7581691" cy="5901"/>
            <a:chOff x="1890075" y="5241175"/>
            <a:chExt cx="4240556" cy="257700"/>
          </a:xfrm>
        </p:grpSpPr>
        <p:sp>
          <p:nvSpPr>
            <p:cNvPr id="347" name="Google Shape;347;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8" name="Google Shape;348;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9" name="Google Shape;349;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0" name="Google Shape;350;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51" name="Google Shape;351;p12"/>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CUSTOM_1">
    <p:spTree>
      <p:nvGrpSpPr>
        <p:cNvPr id="352" name="Shape 3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5">
  <p:cSld name="CUSTOM_2">
    <p:spTree>
      <p:nvGrpSpPr>
        <p:cNvPr id="353" name="Shape 353"/>
        <p:cNvGrpSpPr/>
        <p:nvPr/>
      </p:nvGrpSpPr>
      <p:grpSpPr>
        <a:xfrm>
          <a:off x="0" y="0"/>
          <a:ext cx="0" cy="0"/>
          <a:chOff x="0" y="0"/>
          <a:chExt cx="0" cy="0"/>
        </a:xfrm>
      </p:grpSpPr>
      <p:cxnSp>
        <p:nvCxnSpPr>
          <p:cNvPr id="354" name="Google Shape;354;p14"/>
          <p:cNvCxnSpPr/>
          <p:nvPr/>
        </p:nvCxnSpPr>
        <p:spPr>
          <a:xfrm>
            <a:off x="3049395" y="13591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355" name="Google Shape;355;p14"/>
          <p:cNvCxnSpPr>
            <a:stCxn id="356" idx="0"/>
          </p:cNvCxnSpPr>
          <p:nvPr/>
        </p:nvCxnSpPr>
        <p:spPr>
          <a:xfrm flipH="1">
            <a:off x="172020" y="13608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357" name="Google Shape;357;p14"/>
          <p:cNvGrpSpPr/>
          <p:nvPr/>
        </p:nvGrpSpPr>
        <p:grpSpPr>
          <a:xfrm>
            <a:off x="190320" y="1357857"/>
            <a:ext cx="7581691" cy="5901"/>
            <a:chOff x="1890075" y="5241175"/>
            <a:chExt cx="4240556" cy="257700"/>
          </a:xfrm>
        </p:grpSpPr>
        <p:sp>
          <p:nvSpPr>
            <p:cNvPr id="356" name="Google Shape;356;p1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8" name="Google Shape;358;p1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9" name="Google Shape;359;p1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0" name="Google Shape;360;p1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361" name="Google Shape;361;p14"/>
          <p:cNvGrpSpPr/>
          <p:nvPr/>
        </p:nvGrpSpPr>
        <p:grpSpPr>
          <a:xfrm>
            <a:off x="190320" y="1388959"/>
            <a:ext cx="7581691" cy="5901"/>
            <a:chOff x="1890075" y="5241175"/>
            <a:chExt cx="4240556" cy="257700"/>
          </a:xfrm>
        </p:grpSpPr>
        <p:sp>
          <p:nvSpPr>
            <p:cNvPr id="362" name="Google Shape;362;p1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3" name="Google Shape;363;p1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4" name="Google Shape;364;p1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5" name="Google Shape;365;p1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66" name="Google Shape;366;p14"/>
          <p:cNvSpPr txBox="1"/>
          <p:nvPr/>
        </p:nvSpPr>
        <p:spPr>
          <a:xfrm>
            <a:off x="490594"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367" name="Google Shape;367;p14"/>
          <p:cNvGrpSpPr/>
          <p:nvPr/>
        </p:nvGrpSpPr>
        <p:grpSpPr>
          <a:xfrm>
            <a:off x="372224" y="1650425"/>
            <a:ext cx="137818" cy="187200"/>
            <a:chOff x="507100" y="1997600"/>
            <a:chExt cx="158375" cy="187200"/>
          </a:xfrm>
        </p:grpSpPr>
        <p:sp>
          <p:nvSpPr>
            <p:cNvPr id="368" name="Google Shape;368;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14"/>
          <p:cNvSpPr txBox="1"/>
          <p:nvPr/>
        </p:nvSpPr>
        <p:spPr>
          <a:xfrm>
            <a:off x="3314919"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371" name="Google Shape;371;p14"/>
          <p:cNvGrpSpPr/>
          <p:nvPr/>
        </p:nvGrpSpPr>
        <p:grpSpPr>
          <a:xfrm>
            <a:off x="3196549" y="1650425"/>
            <a:ext cx="137818" cy="187200"/>
            <a:chOff x="507100" y="1997600"/>
            <a:chExt cx="158375" cy="187200"/>
          </a:xfrm>
        </p:grpSpPr>
        <p:sp>
          <p:nvSpPr>
            <p:cNvPr id="372" name="Google Shape;372;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14"/>
          <p:cNvSpPr txBox="1"/>
          <p:nvPr/>
        </p:nvSpPr>
        <p:spPr>
          <a:xfrm>
            <a:off x="3314919" y="43673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375" name="Google Shape;375;p14"/>
          <p:cNvGrpSpPr/>
          <p:nvPr/>
        </p:nvGrpSpPr>
        <p:grpSpPr>
          <a:xfrm>
            <a:off x="3196549" y="4473625"/>
            <a:ext cx="137818" cy="187200"/>
            <a:chOff x="507100" y="1997600"/>
            <a:chExt cx="158375" cy="187200"/>
          </a:xfrm>
        </p:grpSpPr>
        <p:sp>
          <p:nvSpPr>
            <p:cNvPr id="376" name="Google Shape;376;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4"/>
          <p:cNvGrpSpPr/>
          <p:nvPr/>
        </p:nvGrpSpPr>
        <p:grpSpPr>
          <a:xfrm>
            <a:off x="172050" y="5100163"/>
            <a:ext cx="2852450" cy="4958106"/>
            <a:chOff x="404700" y="4541500"/>
            <a:chExt cx="2852450" cy="5007177"/>
          </a:xfrm>
        </p:grpSpPr>
        <p:sp>
          <p:nvSpPr>
            <p:cNvPr id="379" name="Google Shape;379;p14"/>
            <p:cNvSpPr/>
            <p:nvPr/>
          </p:nvSpPr>
          <p:spPr>
            <a:xfrm>
              <a:off x="404700" y="4574122"/>
              <a:ext cx="2758200" cy="49338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452450" y="4614877"/>
              <a:ext cx="2804700" cy="49338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txBox="1"/>
            <p:nvPr/>
          </p:nvSpPr>
          <p:spPr>
            <a:xfrm>
              <a:off x="643125" y="4541500"/>
              <a:ext cx="2595900" cy="41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382" name="Google Shape;382;p14"/>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14"/>
          <p:cNvSpPr txBox="1"/>
          <p:nvPr/>
        </p:nvSpPr>
        <p:spPr>
          <a:xfrm>
            <a:off x="190350" y="11200"/>
            <a:ext cx="72909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ctr">
              <a:spcBef>
                <a:spcPts val="0"/>
              </a:spcBef>
              <a:spcAft>
                <a:spcPts val="0"/>
              </a:spcAft>
              <a:buNone/>
            </a:pPr>
            <a:r>
              <a:t/>
            </a:r>
            <a:endParaRPr sz="2100">
              <a:solidFill>
                <a:srgbClr val="000000"/>
              </a:solidFill>
              <a:latin typeface="Google Sans SemiBold"/>
              <a:ea typeface="Google Sans SemiBold"/>
              <a:cs typeface="Google Sans SemiBold"/>
              <a:sym typeface="Google Sans SemiBold"/>
            </a:endParaRPr>
          </a:p>
        </p:txBody>
      </p:sp>
      <p:sp>
        <p:nvSpPr>
          <p:cNvPr id="385" name="Google Shape;385;p14"/>
          <p:cNvSpPr txBox="1"/>
          <p:nvPr/>
        </p:nvSpPr>
        <p:spPr>
          <a:xfrm>
            <a:off x="2226300" y="513400"/>
            <a:ext cx="3219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t/>
            </a:r>
            <a:endParaRPr sz="1200">
              <a:solidFill>
                <a:srgbClr val="000000"/>
              </a:solidFill>
              <a:latin typeface="PT Sans Narrow"/>
              <a:ea typeface="PT Sans Narrow"/>
              <a:cs typeface="PT Sans Narrow"/>
              <a:sym typeface="PT Sans Narrow"/>
            </a:endParaRPr>
          </a:p>
        </p:txBody>
      </p:sp>
      <p:sp>
        <p:nvSpPr>
          <p:cNvPr id="386" name="Google Shape;386;p14"/>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6">
  <p:cSld name="CUSTOM_2_2">
    <p:spTree>
      <p:nvGrpSpPr>
        <p:cNvPr id="387" name="Shape 387"/>
        <p:cNvGrpSpPr/>
        <p:nvPr/>
      </p:nvGrpSpPr>
      <p:grpSpPr>
        <a:xfrm>
          <a:off x="0" y="0"/>
          <a:ext cx="0" cy="0"/>
          <a:chOff x="0" y="0"/>
          <a:chExt cx="0" cy="0"/>
        </a:xfrm>
      </p:grpSpPr>
      <p:sp>
        <p:nvSpPr>
          <p:cNvPr id="388" name="Google Shape;388;p1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389" name="Google Shape;389;p1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grpSp>
        <p:nvGrpSpPr>
          <p:cNvPr id="390" name="Google Shape;390;p15"/>
          <p:cNvGrpSpPr/>
          <p:nvPr/>
        </p:nvGrpSpPr>
        <p:grpSpPr>
          <a:xfrm>
            <a:off x="95351" y="1392509"/>
            <a:ext cx="7581691" cy="5901"/>
            <a:chOff x="1890075" y="5241175"/>
            <a:chExt cx="4240556" cy="257700"/>
          </a:xfrm>
        </p:grpSpPr>
        <p:sp>
          <p:nvSpPr>
            <p:cNvPr id="391" name="Google Shape;391;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2" name="Google Shape;392;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3" name="Google Shape;393;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4" name="Google Shape;394;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95" name="Google Shape;395;p15"/>
          <p:cNvGrpSpPr/>
          <p:nvPr/>
        </p:nvGrpSpPr>
        <p:grpSpPr>
          <a:xfrm>
            <a:off x="95351" y="4542984"/>
            <a:ext cx="7581691" cy="5901"/>
            <a:chOff x="1890075" y="5241175"/>
            <a:chExt cx="4240556" cy="257700"/>
          </a:xfrm>
        </p:grpSpPr>
        <p:sp>
          <p:nvSpPr>
            <p:cNvPr id="396" name="Google Shape;396;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7" name="Google Shape;397;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8" name="Google Shape;398;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9" name="Google Shape;399;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400" name="Google Shape;400;p1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401" name="Google Shape;401;p15"/>
          <p:cNvSpPr/>
          <p:nvPr/>
        </p:nvSpPr>
        <p:spPr>
          <a:xfrm>
            <a:off x="432000" y="31534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Objective</a:t>
            </a:r>
            <a:endParaRPr b="1">
              <a:solidFill>
                <a:schemeClr val="dk1"/>
              </a:solidFill>
              <a:latin typeface="Google Sans"/>
              <a:ea typeface="Google Sans"/>
              <a:cs typeface="Google Sans"/>
              <a:sym typeface="Google Sans"/>
            </a:endParaRPr>
          </a:p>
        </p:txBody>
      </p:sp>
      <p:sp>
        <p:nvSpPr>
          <p:cNvPr id="402" name="Google Shape;402;p15"/>
          <p:cNvSpPr/>
          <p:nvPr/>
        </p:nvSpPr>
        <p:spPr>
          <a:xfrm>
            <a:off x="432000" y="4904796"/>
            <a:ext cx="1598400" cy="2850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Results </a:t>
            </a:r>
            <a:endParaRPr b="1">
              <a:solidFill>
                <a:schemeClr val="dk1"/>
              </a:solidFill>
              <a:latin typeface="Google Sans"/>
              <a:ea typeface="Google Sans"/>
              <a:cs typeface="Google Sans"/>
              <a:sym typeface="Google Sans"/>
            </a:endParaRPr>
          </a:p>
        </p:txBody>
      </p:sp>
      <p:sp>
        <p:nvSpPr>
          <p:cNvPr id="403" name="Google Shape;403;p15"/>
          <p:cNvSpPr/>
          <p:nvPr/>
        </p:nvSpPr>
        <p:spPr>
          <a:xfrm>
            <a:off x="432000" y="8144170"/>
            <a:ext cx="1598400" cy="2691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404" name="Google Shape;404;p15"/>
          <p:cNvGrpSpPr/>
          <p:nvPr/>
        </p:nvGrpSpPr>
        <p:grpSpPr>
          <a:xfrm>
            <a:off x="95351" y="7971759"/>
            <a:ext cx="7581691" cy="5901"/>
            <a:chOff x="1890075" y="5241175"/>
            <a:chExt cx="4240556" cy="257700"/>
          </a:xfrm>
        </p:grpSpPr>
        <p:sp>
          <p:nvSpPr>
            <p:cNvPr id="405" name="Google Shape;405;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6" name="Google Shape;406;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7" name="Google Shape;407;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8" name="Google Shape;408;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409" name="Google Shape;409;p15"/>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1" name="Shape 191"/>
        <p:cNvGrpSpPr/>
        <p:nvPr/>
      </p:nvGrpSpPr>
      <p:grpSpPr>
        <a:xfrm>
          <a:off x="0" y="0"/>
          <a:ext cx="0" cy="0"/>
          <a:chOff x="0" y="0"/>
          <a:chExt cx="0" cy="0"/>
        </a:xfrm>
      </p:grpSpPr>
      <p:sp>
        <p:nvSpPr>
          <p:cNvPr id="192" name="Google Shape;192;p8"/>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93" name="Google Shape;193;p8"/>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194" name="Google Shape;194;p8"/>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17"/>
          <p:cNvSpPr txBox="1"/>
          <p:nvPr/>
        </p:nvSpPr>
        <p:spPr>
          <a:xfrm>
            <a:off x="188700" y="1533300"/>
            <a:ext cx="3697500" cy="2850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SzPts val="852"/>
              <a:buNone/>
            </a:pPr>
            <a:r>
              <a:rPr lang="en" sz="1375">
                <a:latin typeface="Google Sans SemiBold"/>
                <a:ea typeface="Google Sans SemiBold"/>
                <a:cs typeface="Google Sans SemiBold"/>
                <a:sym typeface="Google Sans SemiBold"/>
              </a:rPr>
              <a:t>Project Overview</a:t>
            </a:r>
            <a:endParaRPr sz="1375">
              <a:solidFill>
                <a:srgbClr val="000000"/>
              </a:solidFill>
              <a:latin typeface="Google Sans SemiBold"/>
              <a:ea typeface="Google Sans SemiBold"/>
              <a:cs typeface="Google Sans SemiBold"/>
              <a:sym typeface="Google Sans SemiBold"/>
            </a:endParaRPr>
          </a:p>
        </p:txBody>
      </p:sp>
      <p:sp>
        <p:nvSpPr>
          <p:cNvPr id="421" name="Google Shape;421;p17"/>
          <p:cNvSpPr txBox="1"/>
          <p:nvPr/>
        </p:nvSpPr>
        <p:spPr>
          <a:xfrm>
            <a:off x="228600" y="1819656"/>
            <a:ext cx="7315200" cy="65836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sz="1200" b="0">
                <a:solidFill>
                  <a:srgbClr val="000000"/>
                </a:solidFill>
                <a:latin typeface="Roboto"/>
              </a:rPr>
              <a:t>The NYC TLC asked Automatidata for an app that estimates taxi fares before a ride. Before modelling, we explored and cleaned a 2017 sample of 22,699 yellow-taxi trips to understand trip distance, duration, fares and demand over time.</a:t>
            </a:r>
            <a:endParaRPr>
              <a:solidFill>
                <a:schemeClr val="dk2"/>
              </a:solidFill>
            </a:endParaRPr>
          </a:p>
        </p:txBody>
      </p:sp>
      <p:sp>
        <p:nvSpPr>
          <p:cNvPr id="423" name="Google Shape;423;p17"/>
          <p:cNvSpPr txBox="1"/>
          <p:nvPr/>
        </p:nvSpPr>
        <p:spPr>
          <a:xfrm>
            <a:off x="3291840" y="6211062"/>
            <a:ext cx="4251960" cy="566928"/>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sz="1000" b="0" i="1">
                <a:solidFill>
                  <a:srgbClr val="000000"/>
                </a:solidFill>
                <a:latin typeface="Roboto"/>
              </a:rPr>
              <a:t>Alt text: Bar chart of taxi rides per month in 2017. Rides are highest in March (2,049), October (2,027), April (2,019) and May (2,013), and lowest in July (1,697), August (1,724) and September (1,734).</a:t>
            </a:r>
            <a:endParaRPr i="1" sz="1100">
              <a:solidFill>
                <a:srgbClr val="000000"/>
              </a:solidFill>
              <a:latin typeface="Lato"/>
              <a:ea typeface="Lato"/>
              <a:cs typeface="Lato"/>
              <a:sym typeface="Lato"/>
            </a:endParaRPr>
          </a:p>
        </p:txBody>
      </p:sp>
      <p:grpSp>
        <p:nvGrpSpPr>
          <p:cNvPr id="424" name="Google Shape;424;p17"/>
          <p:cNvGrpSpPr/>
          <p:nvPr/>
        </p:nvGrpSpPr>
        <p:grpSpPr>
          <a:xfrm>
            <a:off x="188700" y="665125"/>
            <a:ext cx="5190000" cy="771300"/>
            <a:chOff x="188700" y="665125"/>
            <a:chExt cx="5190000" cy="771300"/>
          </a:xfrm>
        </p:grpSpPr>
        <p:sp>
          <p:nvSpPr>
            <p:cNvPr id="425" name="Google Shape;425;p17"/>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sz="2000" b="1">
                  <a:solidFill>
                    <a:srgbClr val="000000"/>
                  </a:solidFill>
                  <a:latin typeface="Google Sans SemiBold"/>
                </a:rPr>
                <a:t>Automatidata: NYC taxi trip EDA</a:t>
              </a:r>
              <a:endParaRPr sz="1900">
                <a:solidFill>
                  <a:srgbClr val="000000"/>
                </a:solidFill>
                <a:latin typeface="Google Sans SemiBold"/>
                <a:ea typeface="Google Sans SemiBold"/>
                <a:cs typeface="Google Sans SemiBold"/>
                <a:sym typeface="Google Sans SemiBold"/>
              </a:endParaRPr>
            </a:p>
          </p:txBody>
        </p:sp>
        <p:sp>
          <p:nvSpPr>
            <p:cNvPr id="426" name="Google Shape;426;p17"/>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sz="1200" b="0">
                  <a:solidFill>
                    <a:srgbClr val="000000"/>
                  </a:solidFill>
                  <a:latin typeface="Roboto"/>
                </a:rPr>
                <a:t>Executive summary for NYC TLC  |  Course 3 EDA</a:t>
              </a:r>
              <a:endParaRPr>
                <a:solidFill>
                  <a:srgbClr val="000000"/>
                </a:solidFill>
                <a:latin typeface="Roboto"/>
                <a:ea typeface="Roboto"/>
                <a:cs typeface="Roboto"/>
                <a:sym typeface="Roboto"/>
              </a:endParaRPr>
            </a:p>
          </p:txBody>
        </p:sp>
      </p:grpSp>
      <p:sp>
        <p:nvSpPr>
          <p:cNvPr id="427" name="TextBox 426"/>
          <p:cNvSpPr txBox="1"/>
          <p:nvPr/>
        </p:nvSpPr>
        <p:spPr>
          <a:xfrm>
            <a:off x="274320" y="3977639"/>
            <a:ext cx="2880360" cy="5760720"/>
          </a:xfrm>
          <a:prstGeom prst="rect">
            <a:avLst/>
          </a:prstGeom>
          <a:noFill/>
        </p:spPr>
        <p:txBody>
          <a:bodyPr wrap="square">
            <a:noAutofit/>
          </a:bodyPr>
          <a:lstStyle/>
          <a:p>
            <a:r>
              <a:rPr sz="1200" b="1">
                <a:solidFill>
                  <a:srgbClr val="000000"/>
                </a:solidFill>
                <a:latin typeface="Roboto"/>
              </a:rPr>
              <a:t>Most trips are short. </a:t>
            </a:r>
            <a:r>
              <a:rPr sz="1200" b="0">
                <a:solidFill>
                  <a:srgbClr val="000000"/>
                </a:solidFill>
                <a:latin typeface="Roboto"/>
              </a:rPr>
              <a:t>Median trip: 1.61 miles, 11 minutes, $9.50 fare. 75% of trips are under 3.1 miles.</a:t>
            </a:r>
          </a:p>
          <a:p>
            <a:pPr>
              <a:spcBef>
                <a:spcPts val="500"/>
              </a:spcBef>
            </a:pPr>
            <a:r>
              <a:rPr sz="1200" b="1">
                <a:solidFill>
                  <a:srgbClr val="000000"/>
                </a:solidFill>
                <a:latin typeface="Roboto"/>
              </a:rPr>
              <a:t>Distance drives fare. </a:t>
            </a:r>
            <a:r>
              <a:rPr sz="1200" b="0">
                <a:solidFill>
                  <a:srgbClr val="000000"/>
                </a:solidFill>
                <a:latin typeface="Roboto"/>
              </a:rPr>
              <a:t>Trip distance and fare are strongly linked (correlation 0.76), so distance is the key input for the fare model.</a:t>
            </a:r>
          </a:p>
          <a:p>
            <a:pPr>
              <a:spcBef>
                <a:spcPts val="500"/>
              </a:spcBef>
            </a:pPr>
            <a:r>
              <a:rPr sz="1200" b="1">
                <a:solidFill>
                  <a:srgbClr val="000000"/>
                </a:solidFill>
                <a:latin typeface="Roboto"/>
              </a:rPr>
              <a:t>Demand dips in summer. </a:t>
            </a:r>
            <a:r>
              <a:rPr sz="1200" b="0">
                <a:solidFill>
                  <a:srgbClr val="000000"/>
                </a:solidFill>
                <a:latin typeface="Roboto"/>
              </a:rPr>
              <a:t>July–September had the fewest rides (5,155) and lowest revenue ($82.6K) of any quarter; April–June was highest (5,996 rides, $98.8K).</a:t>
            </a:r>
          </a:p>
          <a:p>
            <a:pPr>
              <a:spcBef>
                <a:spcPts val="500"/>
              </a:spcBef>
            </a:pPr>
            <a:r>
              <a:rPr sz="1200" b="1">
                <a:solidFill>
                  <a:srgbClr val="000000"/>
                </a:solidFill>
                <a:latin typeface="Roboto"/>
              </a:rPr>
              <a:t>Weekdays are busiest. </a:t>
            </a:r>
            <a:r>
              <a:rPr sz="1200" b="0">
                <a:solidFill>
                  <a:srgbClr val="000000"/>
                </a:solidFill>
                <a:latin typeface="Roboto"/>
              </a:rPr>
              <a:t>Thursday and Friday had about 3,400 rides each; Monday (2,931) and Sunday (2,998) were quietest.</a:t>
            </a:r>
          </a:p>
          <a:p>
            <a:pPr>
              <a:spcBef>
                <a:spcPts val="500"/>
              </a:spcBef>
            </a:pPr>
            <a:r>
              <a:rPr sz="1200" b="1">
                <a:solidFill>
                  <a:srgbClr val="000000"/>
                </a:solidFill>
                <a:latin typeface="Roboto"/>
              </a:rPr>
              <a:t>Data needs cleaning. </a:t>
            </a:r>
            <a:r>
              <a:rPr sz="1200" b="0">
                <a:solidFill>
                  <a:srgbClr val="000000"/>
                </a:solidFill>
                <a:latin typeface="Roboto"/>
              </a:rPr>
              <a:t>No missing or duplicate rows, but 14 negative fares, 148 zero-distance trips, 27 zero/negative durations and extreme values (max fare $999.99).</a:t>
            </a:r>
          </a:p>
        </p:txBody>
      </p:sp>
      <p:pic>
        <p:nvPicPr>
          <p:cNvPr id="428" name="Picture 427" descr="Bar chart of taxi rides per month in 2017. Rides are highest in March (2,049), October (2,027), April (2,019) and May (2,013), and lowest in July (1,697), August (1,724) and September (1,734)." title="Taxi rides per month, 2017"/>
          <p:cNvPicPr>
            <a:picLocks noChangeAspect="1"/>
          </p:cNvPicPr>
          <p:nvPr/>
        </p:nvPicPr>
        <p:blipFill>
          <a:blip r:embed="rId3"/>
          <a:stretch>
            <a:fillRect/>
          </a:stretch>
        </p:blipFill>
        <p:spPr>
          <a:xfrm>
            <a:off x="3291840" y="3401568"/>
            <a:ext cx="4251960" cy="2763774"/>
          </a:xfrm>
          <a:prstGeom prst="rect">
            <a:avLst/>
          </a:prstGeom>
        </p:spPr>
      </p:pic>
      <p:sp>
        <p:nvSpPr>
          <p:cNvPr id="429" name="TextBox 428"/>
          <p:cNvSpPr txBox="1"/>
          <p:nvPr/>
        </p:nvSpPr>
        <p:spPr>
          <a:xfrm>
            <a:off x="3291840" y="7726679"/>
            <a:ext cx="4251960" cy="2103120"/>
          </a:xfrm>
          <a:prstGeom prst="rect">
            <a:avLst/>
          </a:prstGeom>
          <a:noFill/>
        </p:spPr>
        <p:txBody>
          <a:bodyPr wrap="square">
            <a:noAutofit/>
          </a:bodyPr>
          <a:lstStyle/>
          <a:p>
            <a:r>
              <a:rPr sz="1200" b="1">
                <a:solidFill>
                  <a:srgbClr val="000000"/>
                </a:solidFill>
                <a:latin typeface="Roboto"/>
              </a:rPr>
              <a:t>Clean: </a:t>
            </a:r>
            <a:r>
              <a:rPr sz="1200" b="0">
                <a:solidFill>
                  <a:srgbClr val="000000"/>
                </a:solidFill>
                <a:latin typeface="Roboto"/>
              </a:rPr>
              <a:t>remove or cap invalid and extreme trips; confirm outliers with TLC.</a:t>
            </a:r>
          </a:p>
          <a:p>
            <a:pPr>
              <a:spcBef>
                <a:spcPts val="500"/>
              </a:spcBef>
            </a:pPr>
            <a:r>
              <a:rPr sz="1200" b="1">
                <a:solidFill>
                  <a:srgbClr val="000000"/>
                </a:solidFill>
                <a:latin typeface="Roboto"/>
              </a:rPr>
              <a:t>Model: </a:t>
            </a:r>
            <a:r>
              <a:rPr sz="1200" b="0">
                <a:solidFill>
                  <a:srgbClr val="000000"/>
                </a:solidFill>
                <a:latin typeface="Roboto"/>
              </a:rPr>
              <a:t>build a regression fare model on distance, duration, rate code and time of day.</a:t>
            </a:r>
          </a:p>
          <a:p>
            <a:pPr>
              <a:spcBef>
                <a:spcPts val="500"/>
              </a:spcBef>
            </a:pPr>
            <a:r>
              <a:rPr sz="1200" b="1">
                <a:solidFill>
                  <a:srgbClr val="000000"/>
                </a:solidFill>
                <a:latin typeface="Roboto"/>
              </a:rPr>
              <a:t>Explore: </a:t>
            </a:r>
            <a:r>
              <a:rPr sz="1200" b="0">
                <a:solidFill>
                  <a:srgbClr val="000000"/>
                </a:solidFill>
                <a:latin typeface="Roboto"/>
              </a:rPr>
              <a:t>add taxi-zone names to explain long trips (e.g., zone 23 averages 24.3 miles) and test the summer dip with full-year data.</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